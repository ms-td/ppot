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97036" autoAdjust="0"/>
  </p:normalViewPr>
  <p:slideViewPr>
    <p:cSldViewPr snapToGrid="0">
      <p:cViewPr>
        <p:scale>
          <a:sx n="90" d="100"/>
          <a:sy n="90" d="100"/>
        </p:scale>
        <p:origin x="262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9A480-445B-A124-96AC-1BEE42C45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69EDBE-5307-1AFA-7F22-20EEA190F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B10572-A251-ED99-AC27-9C7F0CD8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9EA461-CAF5-36A5-1D9D-65BF1041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FC584F-EE7F-D102-522D-5E246412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25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CF71B5-1899-0EB4-66AC-BA1FC165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9C11D5-FFFB-5EAA-C282-23D56D71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0C24AA-DB91-5DCD-F9C6-77A7DA73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9FBA5-7001-425B-3E3E-38796673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CF0E1D-26A2-82CA-AB0B-FEBA3A43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11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AF63F-18C0-73FF-E4D8-EDFD3107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609C58-5785-17EE-8D95-F680E0DFA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0D29F0-A3F0-5B0D-7340-686AE011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FDE037-27A9-6C02-2FD5-A9FF90D8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1DEDB4-CB00-703D-822D-0B8F4608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42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89FA68-BBF7-0A40-BFD2-8988A13A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6AEBD7-F972-D4FA-0B32-93CD481D6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F9EBA7-DB15-9C8D-6AB3-F61C8A05B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340952-358F-710D-999E-DDA0B952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7C1E34-68AD-C29A-A553-9B2BAD42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FE6FA8-0B40-29FC-46C0-ACBB016E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41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F1FADC-0A11-AB65-4465-A9D589C0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75FA11-1DB6-43CE-A61D-915449E6C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F5DCAC-CD41-1247-35D0-D638B766F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E410EF-EF3E-D39C-7D3E-50F5F686D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4CAD1D1-50F5-7087-B514-70D2DEF65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7D39DBD-C418-E76B-0834-85407696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C48EAD1-5086-5D97-092A-69B085E9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AD9C3C9-6BB6-1A3E-4E73-976F110A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52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43FEE-CB09-D815-B07A-94175477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E0BF9F-ED46-8B10-A254-9E97EE85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7B5BAD8-09E5-F837-BA08-75B895F4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30818D1-DBF3-9F96-C77D-FB20AEEF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68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0E52408-4CBE-DD9C-23FF-7B2D22D9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983B4F-9800-9DC2-B1FA-5E745F02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22A9D0-424A-9A4D-4B2A-FF21B7EC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04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B6358-A9EB-0F64-9C39-E6E79688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276833-4E6B-F6CF-B777-F9416A06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78A99A-A633-AB89-79BC-3FF4E020D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87D00F-5B0A-99CE-71D5-85AA0F28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405B82-D7E6-E953-22B6-61A5EC00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855E41-FBAF-09E6-FF6E-707A90F4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1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E71C5-C2BA-EE11-66AE-04C8FDF2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207125-5671-742D-AB96-255475DE7F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458634-9A72-AB34-DFC1-17D158CEC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18485D-2BC3-2871-9001-F73E0B87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992F85-6B33-C2D2-A30B-2FFC2A76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975C0F-B04A-502C-2C7A-4A9966E3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48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2D604C-D3A3-D8F7-E25C-03B69E26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6F7D98-04D3-0D42-7E6B-D186EADFF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A0313E-DF93-11C8-22AF-FFBD7E20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C22BF0-5DEB-FE3D-6158-7F6EF286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87BB1B-7D79-4144-8980-D33009AE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53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F1AE60-E85B-1469-5CB1-7AAB18624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696934-1472-313B-56AD-B62AE5F6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17731D-4467-932D-85F4-2DF7C8A59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6C26C3-D0B8-3EA9-0560-8F1BDC1D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4D9500-C49D-C7E9-C538-45668B67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25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7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C25276-D4DF-3EC3-8E03-6FD84A07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11CB65-FA8B-9DD1-536A-0D28D946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5A9033-3B6D-2516-16C1-887AE842B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1FCB6-CDBF-4799-BAEB-8197C718340C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D6147-F79B-B600-305F-5F7793CB2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505173-680F-C779-B3C7-EC30F9E3D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18165-77C0-474B-8C6B-517FC68C9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73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65271B-058E-F032-B950-EA890FAF5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4157" y="1122363"/>
            <a:ext cx="7187979" cy="2387600"/>
          </a:xfrm>
        </p:spPr>
        <p:txBody>
          <a:bodyPr/>
          <a:lstStyle/>
          <a:p>
            <a:r>
              <a:rPr kumimoji="1" lang="ja-JP" altLang="en-US" dirty="0"/>
              <a:t>研修</a:t>
            </a:r>
            <a:br>
              <a:rPr kumimoji="1" lang="en-US" altLang="ja-JP" dirty="0"/>
            </a:br>
            <a:r>
              <a:rPr kumimoji="1" lang="ja-JP" altLang="en-US" dirty="0"/>
              <a:t>電子ポット分析モデル作成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F7B981-9455-1A6D-60F3-D40D128F7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34678"/>
            <a:ext cx="6858000" cy="1123122"/>
          </a:xfrm>
        </p:spPr>
        <p:txBody>
          <a:bodyPr/>
          <a:lstStyle/>
          <a:p>
            <a:pPr algn="r"/>
            <a:r>
              <a:rPr kumimoji="1" lang="en-US" altLang="ja-JP" dirty="0"/>
              <a:t>2026-10-30</a:t>
            </a:r>
            <a:r>
              <a:rPr kumimoji="1" lang="ja-JP" altLang="en-US" dirty="0"/>
              <a:t> ソフトウェア開発課 佐々木正寛</a:t>
            </a:r>
          </a:p>
        </p:txBody>
      </p:sp>
    </p:spTree>
    <p:extLst>
      <p:ext uri="{BB962C8B-B14F-4D97-AF65-F5344CB8AC3E}">
        <p14:creationId xmlns:p14="http://schemas.microsoft.com/office/powerpoint/2010/main" val="395138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0A7B8F-37FE-35C6-9AC6-E7010890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kumimoji="1" lang="ja-JP" altLang="en-US" dirty="0"/>
              <a:t>流れ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D0CA80A-EAD8-9BF2-D1AF-C627D9D8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78" t="47868" r="9874" b="18827"/>
          <a:stretch>
            <a:fillRect/>
          </a:stretch>
        </p:blipFill>
        <p:spPr>
          <a:xfrm>
            <a:off x="222638" y="974734"/>
            <a:ext cx="2735247" cy="15556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F2ECE6F-BE47-F58D-768B-4493D77A2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84" y="2341331"/>
            <a:ext cx="2992013" cy="1667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DDB0969-3461-CB5B-5F35-08A7F5767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096" y="4046134"/>
            <a:ext cx="2904965" cy="1741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9F708A5-E556-5C64-BD80-97E5775A5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669" y="4898191"/>
            <a:ext cx="1424862" cy="11135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AE529BF-8492-927C-097F-47847A0EB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8" y="4008912"/>
            <a:ext cx="2663687" cy="1778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BBA7057-C27F-E999-6886-C7BA5F7247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096" y="881912"/>
            <a:ext cx="2694923" cy="174133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6D359101-0DEA-21BA-92C7-3012F559CDE6}"/>
              </a:ext>
            </a:extLst>
          </p:cNvPr>
          <p:cNvCxnSpPr>
            <a:cxnSpLocks/>
          </p:cNvCxnSpPr>
          <p:nvPr/>
        </p:nvCxnSpPr>
        <p:spPr>
          <a:xfrm>
            <a:off x="3023484" y="1715355"/>
            <a:ext cx="295614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08FEC729-45B2-8C50-4F45-317A6B49068B}"/>
              </a:ext>
            </a:extLst>
          </p:cNvPr>
          <p:cNvCxnSpPr>
            <a:cxnSpLocks/>
          </p:cNvCxnSpPr>
          <p:nvPr/>
        </p:nvCxnSpPr>
        <p:spPr>
          <a:xfrm flipH="1">
            <a:off x="6170212" y="2762710"/>
            <a:ext cx="1144988" cy="4124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A1D72B74-68AA-395E-347D-0D3E7765E82E}"/>
              </a:ext>
            </a:extLst>
          </p:cNvPr>
          <p:cNvCxnSpPr>
            <a:cxnSpLocks/>
          </p:cNvCxnSpPr>
          <p:nvPr/>
        </p:nvCxnSpPr>
        <p:spPr>
          <a:xfrm flipH="1">
            <a:off x="1614283" y="3055591"/>
            <a:ext cx="1331843" cy="8337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4B0C4388-DE18-8871-B30E-380E61DF7093}"/>
              </a:ext>
            </a:extLst>
          </p:cNvPr>
          <p:cNvCxnSpPr>
            <a:cxnSpLocks/>
          </p:cNvCxnSpPr>
          <p:nvPr/>
        </p:nvCxnSpPr>
        <p:spPr>
          <a:xfrm>
            <a:off x="3047001" y="4588702"/>
            <a:ext cx="2968496" cy="930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C4C2077D-6700-744D-1562-7F24C8C20F1C}"/>
              </a:ext>
            </a:extLst>
          </p:cNvPr>
          <p:cNvCxnSpPr>
            <a:cxnSpLocks/>
          </p:cNvCxnSpPr>
          <p:nvPr/>
        </p:nvCxnSpPr>
        <p:spPr>
          <a:xfrm flipV="1">
            <a:off x="1773141" y="3238500"/>
            <a:ext cx="1172985" cy="70807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28D94E0A-0DC7-12E7-019C-50CA3950D0CD}"/>
              </a:ext>
            </a:extLst>
          </p:cNvPr>
          <p:cNvCxnSpPr>
            <a:cxnSpLocks/>
          </p:cNvCxnSpPr>
          <p:nvPr/>
        </p:nvCxnSpPr>
        <p:spPr>
          <a:xfrm flipH="1" flipV="1">
            <a:off x="6170212" y="3614701"/>
            <a:ext cx="572494" cy="331873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83325C7-7184-A91A-080D-7DA1DC402508}"/>
              </a:ext>
            </a:extLst>
          </p:cNvPr>
          <p:cNvSpPr txBox="1"/>
          <p:nvPr/>
        </p:nvSpPr>
        <p:spPr>
          <a:xfrm>
            <a:off x="984825" y="260746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要求仕様書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5A55F1B-722B-7066-C47A-293C4B02A289}"/>
              </a:ext>
            </a:extLst>
          </p:cNvPr>
          <p:cNvSpPr txBox="1"/>
          <p:nvPr/>
        </p:nvSpPr>
        <p:spPr>
          <a:xfrm>
            <a:off x="7428557" y="264189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オブジェクト図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447C162-61D6-7BDC-BA84-1757E10E81A1}"/>
              </a:ext>
            </a:extLst>
          </p:cNvPr>
          <p:cNvSpPr txBox="1"/>
          <p:nvPr/>
        </p:nvSpPr>
        <p:spPr>
          <a:xfrm>
            <a:off x="3993543" y="400891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クラス図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0C33BF72-0BDE-3E8C-2C1A-13A262E84BF1}"/>
              </a:ext>
            </a:extLst>
          </p:cNvPr>
          <p:cNvSpPr txBox="1"/>
          <p:nvPr/>
        </p:nvSpPr>
        <p:spPr>
          <a:xfrm>
            <a:off x="411064" y="5787469"/>
            <a:ext cx="2406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シナリオ</a:t>
            </a:r>
            <a:r>
              <a:rPr kumimoji="1" lang="en-US" altLang="ja-JP" sz="1200" dirty="0"/>
              <a:t>-</a:t>
            </a:r>
            <a:r>
              <a:rPr kumimoji="1" lang="ja-JP" altLang="en-US" sz="1200" dirty="0"/>
              <a:t>コミュニケーション図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33748A96-2280-76C6-4752-FEA1E8828908}"/>
              </a:ext>
            </a:extLst>
          </p:cNvPr>
          <p:cNvSpPr txBox="1"/>
          <p:nvPr/>
        </p:nvSpPr>
        <p:spPr>
          <a:xfrm>
            <a:off x="6638140" y="5787470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シナリオ</a:t>
            </a:r>
            <a:r>
              <a:rPr kumimoji="1" lang="en-US" altLang="ja-JP" sz="1200" dirty="0"/>
              <a:t>-</a:t>
            </a:r>
            <a:r>
              <a:rPr kumimoji="1" lang="ja-JP" altLang="en-US" sz="1200" dirty="0"/>
              <a:t>シーケンス図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D28098A5-447F-F047-D366-C902BA804B53}"/>
              </a:ext>
            </a:extLst>
          </p:cNvPr>
          <p:cNvSpPr txBox="1"/>
          <p:nvPr/>
        </p:nvSpPr>
        <p:spPr>
          <a:xfrm>
            <a:off x="3609552" y="6064468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クラス</a:t>
            </a:r>
            <a:r>
              <a:rPr kumimoji="1" lang="en-US" altLang="ja-JP" sz="1200" dirty="0"/>
              <a:t>-</a:t>
            </a:r>
            <a:r>
              <a:rPr kumimoji="1" lang="ja-JP" altLang="en-US" sz="1200" dirty="0"/>
              <a:t>状態遷移図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152AD19-A8A8-28F4-5FED-40CFE2662128}"/>
              </a:ext>
            </a:extLst>
          </p:cNvPr>
          <p:cNvCxnSpPr>
            <a:cxnSpLocks/>
          </p:cNvCxnSpPr>
          <p:nvPr/>
        </p:nvCxnSpPr>
        <p:spPr>
          <a:xfrm flipV="1">
            <a:off x="6108175" y="2745963"/>
            <a:ext cx="634531" cy="214962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85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EDE273-80A6-2070-958A-69FF8C68E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40105"/>
          </a:xfrm>
        </p:spPr>
        <p:txBody>
          <a:bodyPr/>
          <a:lstStyle/>
          <a:p>
            <a:r>
              <a:rPr kumimoji="1" lang="ja-JP" altLang="en-US" dirty="0"/>
              <a:t>作成した図</a:t>
            </a:r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88C85478-627E-BB16-A745-76429AD71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473618"/>
              </p:ext>
            </p:extLst>
          </p:nvPr>
        </p:nvGraphicFramePr>
        <p:xfrm>
          <a:off x="628650" y="1105231"/>
          <a:ext cx="8020050" cy="479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8020050" imgH="5667375" progId="Acrobat.Document.DC">
                  <p:embed/>
                </p:oleObj>
              </mc:Choice>
              <mc:Fallback>
                <p:oleObj name="Acrobat Document" r:id="rId2" imgW="8020050" imgH="566737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650" y="1105231"/>
                        <a:ext cx="8020050" cy="4796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B0398D-93C4-FB88-AD31-A30527AB8C30}"/>
              </a:ext>
            </a:extLst>
          </p:cNvPr>
          <p:cNvSpPr txBox="1"/>
          <p:nvPr/>
        </p:nvSpPr>
        <p:spPr>
          <a:xfrm>
            <a:off x="3318752" y="735178"/>
            <a:ext cx="608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潰れて読めたものではないので別途</a:t>
            </a:r>
            <a:r>
              <a:rPr kumimoji="1" lang="en-US" altLang="ja-JP" dirty="0"/>
              <a:t>PDF3</a:t>
            </a:r>
            <a:r>
              <a:rPr kumimoji="1" lang="ja-JP" altLang="en-US" dirty="0"/>
              <a:t>ページ分表示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7062D6-563B-B728-83DB-7A7A0D4D7A5E}"/>
              </a:ext>
            </a:extLst>
          </p:cNvPr>
          <p:cNvSpPr txBox="1"/>
          <p:nvPr/>
        </p:nvSpPr>
        <p:spPr>
          <a:xfrm>
            <a:off x="3862426" y="5984322"/>
            <a:ext cx="1731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電子ポット図 </a:t>
            </a:r>
            <a:r>
              <a:rPr kumimoji="1" lang="en-US" altLang="ja-JP" sz="1200" dirty="0"/>
              <a:t>(</a:t>
            </a:r>
            <a:r>
              <a:rPr kumimoji="1" lang="ja-JP" altLang="en-US" sz="1200" dirty="0"/>
              <a:t>クラス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658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94964-2F70-EDFF-198F-874A6B60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5764"/>
          </a:xfrm>
        </p:spPr>
        <p:txBody>
          <a:bodyPr/>
          <a:lstStyle/>
          <a:p>
            <a:r>
              <a:rPr kumimoji="1" lang="en-US" altLang="ja-JP" dirty="0"/>
              <a:t>Keep-Problem-Try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C3CD45-F60B-05D4-0D84-3E81E58AD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3527"/>
            <a:ext cx="8173444" cy="4508390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Keep</a:t>
            </a:r>
          </a:p>
          <a:p>
            <a:pPr lvl="1"/>
            <a:r>
              <a:rPr lang="en-US" altLang="ja-JP" sz="2000" dirty="0"/>
              <a:t>K1.	</a:t>
            </a:r>
            <a:r>
              <a:rPr lang="ja-JP" altLang="en-US" sz="2000" dirty="0"/>
              <a:t>仕様が束になってる</a:t>
            </a:r>
            <a:endParaRPr lang="en-US" altLang="ja-JP" sz="2000" dirty="0"/>
          </a:p>
          <a:p>
            <a:pPr lvl="1"/>
            <a:r>
              <a:rPr lang="en-US" altLang="ja-JP" sz="2000" dirty="0"/>
              <a:t>K2.	EA</a:t>
            </a:r>
            <a:r>
              <a:rPr lang="ja-JP" altLang="en-US" sz="2000" dirty="0"/>
              <a:t>でアクター越しにシナリオを共有すること</a:t>
            </a:r>
            <a:endParaRPr lang="en-US" altLang="ja-JP" sz="2000" dirty="0"/>
          </a:p>
          <a:p>
            <a:pPr lvl="1"/>
            <a:r>
              <a:rPr lang="en-US" altLang="ja-JP" sz="2000" dirty="0"/>
              <a:t>K3.	</a:t>
            </a:r>
            <a:r>
              <a:rPr lang="ja-JP" altLang="en-US" sz="2000" dirty="0"/>
              <a:t>シナリオをテキストファイルで先書きしたこと</a:t>
            </a:r>
            <a:endParaRPr lang="en-US" altLang="ja-JP" sz="2000" dirty="0"/>
          </a:p>
          <a:p>
            <a:pPr lvl="1"/>
            <a:endParaRPr lang="en-US" altLang="ja-JP" sz="2000" dirty="0"/>
          </a:p>
          <a:p>
            <a:r>
              <a:rPr lang="en-US" altLang="ja-JP" sz="2800" dirty="0"/>
              <a:t>Problem-Try</a:t>
            </a:r>
          </a:p>
          <a:p>
            <a:pPr lvl="1"/>
            <a:r>
              <a:rPr lang="en-US" altLang="ja-JP" sz="2000" dirty="0"/>
              <a:t>P1.	</a:t>
            </a:r>
            <a:r>
              <a:rPr lang="ja-JP" altLang="en-US" sz="2000" dirty="0"/>
              <a:t>初期に</a:t>
            </a:r>
            <a:r>
              <a:rPr lang="en-US" altLang="ja-JP" sz="2000" dirty="0"/>
              <a:t>EA</a:t>
            </a:r>
            <a:r>
              <a:rPr lang="ja-JP" altLang="en-US" sz="2000" dirty="0"/>
              <a:t>で作られたオブジェクト図がなおざり</a:t>
            </a:r>
            <a:endParaRPr lang="en-US" altLang="ja-JP" sz="1700" dirty="0"/>
          </a:p>
          <a:p>
            <a:pPr lvl="1"/>
            <a:r>
              <a:rPr lang="en-US" altLang="ja-JP" sz="2000" dirty="0"/>
              <a:t>T1.	(</a:t>
            </a:r>
            <a:r>
              <a:rPr lang="ja-JP" altLang="en-US" sz="2000" dirty="0"/>
              <a:t>今回は研修だったけど</a:t>
            </a:r>
            <a:r>
              <a:rPr lang="en-US" altLang="ja-JP" sz="2000" dirty="0"/>
              <a:t>)</a:t>
            </a:r>
            <a:r>
              <a:rPr lang="ja-JP" altLang="en-US" sz="2000" dirty="0"/>
              <a:t> </a:t>
            </a:r>
            <a:br>
              <a:rPr lang="en-US" altLang="ja-JP" sz="2000" dirty="0"/>
            </a:br>
            <a:r>
              <a:rPr lang="en-US" altLang="ja-JP" sz="2000" dirty="0"/>
              <a:t>		EA</a:t>
            </a:r>
            <a:r>
              <a:rPr lang="ja-JP" altLang="en-US" sz="2000" dirty="0"/>
              <a:t>に限られない形式でも良いのではないだろうか</a:t>
            </a:r>
            <a:endParaRPr lang="en-US" altLang="ja-JP" sz="2000" dirty="0"/>
          </a:p>
          <a:p>
            <a:pPr lvl="1"/>
            <a:endParaRPr lang="en-US" altLang="ja-JP" sz="2000" dirty="0"/>
          </a:p>
          <a:p>
            <a:pPr lvl="1"/>
            <a:r>
              <a:rPr lang="en-US" altLang="ja-JP" sz="2000" dirty="0"/>
              <a:t>P2.	</a:t>
            </a:r>
            <a:r>
              <a:rPr lang="ja-JP" altLang="ja-JP" sz="2000" dirty="0"/>
              <a:t>想定</a:t>
            </a:r>
            <a:r>
              <a:rPr lang="ja-JP" altLang="en-US" sz="2000" dirty="0"/>
              <a:t>されてるだろう</a:t>
            </a:r>
            <a:r>
              <a:rPr lang="ja-JP" altLang="ja-JP" sz="2000" dirty="0"/>
              <a:t>クラス</a:t>
            </a:r>
            <a:r>
              <a:rPr lang="ja-JP" altLang="en-US" sz="2000" dirty="0"/>
              <a:t>と</a:t>
            </a:r>
            <a:r>
              <a:rPr lang="ja-JP" altLang="ja-JP" sz="2000" dirty="0"/>
              <a:t>ずれた</a:t>
            </a:r>
            <a:endParaRPr lang="en-US" altLang="ja-JP" sz="2000" dirty="0"/>
          </a:p>
          <a:p>
            <a:pPr lvl="1"/>
            <a:r>
              <a:rPr lang="en-US" altLang="ja-JP" sz="2000" dirty="0"/>
              <a:t>T2.	</a:t>
            </a:r>
            <a:r>
              <a:rPr lang="ja-JP" altLang="ja-JP" sz="2000" dirty="0"/>
              <a:t>何を</a:t>
            </a:r>
            <a:r>
              <a:rPr lang="ja-JP" altLang="en-US" sz="2000" dirty="0"/>
              <a:t>先で</a:t>
            </a:r>
            <a:r>
              <a:rPr lang="ja-JP" altLang="ja-JP" sz="2000" dirty="0"/>
              <a:t>使うのかを質して</a:t>
            </a:r>
            <a:r>
              <a:rPr lang="ja-JP" altLang="en-US" sz="2000" dirty="0"/>
              <a:t>おく</a:t>
            </a:r>
            <a:br>
              <a:rPr lang="en-US" altLang="ja-JP" sz="2000" dirty="0"/>
            </a:br>
            <a:r>
              <a:rPr lang="en-US" altLang="ja-JP" sz="2000" dirty="0"/>
              <a:t>		</a:t>
            </a:r>
            <a:r>
              <a:rPr lang="ja-JP" altLang="en-US" sz="2000" dirty="0"/>
              <a:t>シラバス等で仕様書外の情報貰えるとよりよくなるだろう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3948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154</Words>
  <Application>Microsoft Office PowerPoint</Application>
  <PresentationFormat>画面に合わせる (4:3)</PresentationFormat>
  <Paragraphs>24</Paragraphs>
  <Slides>4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Acrobat Document</vt:lpstr>
      <vt:lpstr>研修 電子ポット分析モデル作成</vt:lpstr>
      <vt:lpstr>流れ</vt:lpstr>
      <vt:lpstr>作成した図</vt:lpstr>
      <vt:lpstr>Keep-Problem-Try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Masahiro Sasaki/佐々木 正寛</dc:creator>
  <cp:lastModifiedBy>Masahiro Sasaki/佐々木 正寛</cp:lastModifiedBy>
  <cp:revision>11</cp:revision>
  <dcterms:created xsi:type="dcterms:W3CDTF">2026-10-19T23:13:51Z</dcterms:created>
  <dcterms:modified xsi:type="dcterms:W3CDTF">2026-10-29T02:33:29Z</dcterms:modified>
</cp:coreProperties>
</file>